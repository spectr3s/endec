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B1F33">
              <a:alpha val="90000"/>
            </a:srgbClr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Encryption &amp; Decryption 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5"/>
                </a:solidFill>
              </a:rPr>
              <a:t>Python final project with Caesar Cipher and Vigenère Cipher options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242316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7744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Plaintext → Ciphertext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08960" y="2286000"/>
            <a:ext cx="2423160" cy="731520"/>
          </a:xfrm>
          <a:prstGeom prst="roundRect">
            <a:avLst>
              <a:gd name="adj" fmla="val 15000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237744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User chooses cipher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286000"/>
            <a:ext cx="2423160" cy="7315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24728" y="237744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Encrypt / Decrypt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0768" y="2377440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Clear, usable interface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5715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</a:rPr>
              <a:t>Prepared for CSE 50: Introduction to Computer Science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5961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DA"/>
                </a:solidFill>
              </a:rPr>
              <a:t>Final report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AF2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143000"/>
            <a:ext cx="10844784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What it does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Encrypts and decrypts text using either Caesar Cipher or Vigenère Cipher.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6FFFB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560320"/>
            <a:ext cx="10844784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Why it matters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Shows how basic cryptography works and lets users compare two classic methods.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7ED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977640"/>
            <a:ext cx="10844784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Main choice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The user selects the cipher before entering the key and processing the text.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and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188720"/>
            <a:ext cx="535838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Problem Statement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People often need a simple way to hide or recover short text messages. This project solves that by providing a small Python tool for learning and demonstrating classical encryption methods.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0972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4808" y="1188720"/>
            <a:ext cx="503834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Objectives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Build a text encryption/decryption tool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Let the user choose Caesar or Vigenère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Show the difference between both methods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Provide clear input/output and error handling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188720"/>
            <a:ext cx="544982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Scope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The project focuses on text only. It does not include file encryption, networking, or advanced modern cryptography.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1188720"/>
            <a:ext cx="499262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Features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Accept plaintext or ciphertext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Choose Caesar or Vigenère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Enter shift or keyword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Encrypt and decrypt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Reset/clear fields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Show the result instantly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00" cy="20574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143000"/>
            <a:ext cx="526694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Functional Requirements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Input text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Select cipher type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Provide shift value or keyword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Encrypt or decrypt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Display result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73368" y="1143000"/>
            <a:ext cx="508406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Non-Functional Requirements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Easy to use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Fast response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Accurate output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Simple and clean interface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Basic error checks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0927080" cy="1691640"/>
          </a:xfrm>
          <a:prstGeom prst="roundRect">
            <a:avLst>
              <a:gd name="adj" fmla="val 6486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474720"/>
            <a:ext cx="107076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Tools and Tech Stack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Python, basic GUI or console interface, string handling, and file support if needed for saving results.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10312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User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128016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371600"/>
            <a:ext cx="1837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Input / UI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25146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2606040"/>
            <a:ext cx="18379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128016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79008" y="1371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Cipher Selector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251460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79008" y="260604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Caesar / Vigenère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30768" y="196596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0" y="2423160"/>
            <a:ext cx="457200" cy="-73152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1719072"/>
            <a:ext cx="502920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66360" y="2953512"/>
            <a:ext cx="502920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2057400"/>
            <a:ext cx="365760" cy="246888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4526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Flow: User → Interface → Validation → Cipher Engine → Result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DCE7F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377440"/>
            <a:ext cx="0" cy="59436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06040"/>
            <a:ext cx="45720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71800"/>
            <a:ext cx="-182880" cy="4114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971800"/>
            <a:ext cx="182880" cy="4114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3429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7160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Enter Text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109728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2984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Choose Cipher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251460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715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Enter Key / Shift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03920" y="137160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Encrypt Text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03920" y="274320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9443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Decrypt Text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0" y="3977640"/>
            <a:ext cx="173736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1788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View Result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325880" y="2331720"/>
            <a:ext cx="1417320" cy="-630936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80560" y="1700784"/>
            <a:ext cx="1005840" cy="-27432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80560" y="1700784"/>
            <a:ext cx="4023360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23760" y="1426464"/>
            <a:ext cx="1280160" cy="27432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2843784"/>
            <a:ext cx="1280160" cy="219456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92240" y="3977640"/>
            <a:ext cx="0" cy="-804672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DCE7F5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468880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Start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2724912"/>
            <a:ext cx="27432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8800" y="2377440"/>
            <a:ext cx="1005840" cy="685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246888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Enter Text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2724912"/>
            <a:ext cx="-18288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237744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E6FFFB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81528" y="2468880"/>
            <a:ext cx="1197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Choose Caesar or Vigenère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2724912"/>
            <a:ext cx="118872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2377440"/>
            <a:ext cx="1005840" cy="685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46888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Provide Key / Shift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2724912"/>
            <a:ext cx="484632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2377440"/>
            <a:ext cx="1005840" cy="685800"/>
          </a:xfrm>
          <a:prstGeom prst="roundRect">
            <a:avLst>
              <a:gd name="adj" fmla="val 16000"/>
            </a:avLst>
          </a:prstGeom>
          <a:solidFill>
            <a:srgbClr val="E6FFFB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246888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Encrypt or Decrypt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2724912"/>
            <a:ext cx="530352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2377440"/>
            <a:ext cx="1005840" cy="685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0728" y="2468880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Show Result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52560" y="2724912"/>
            <a:ext cx="438912" cy="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0" y="237744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DCE7F5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10928" y="2468880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The user selects a cipher, enters the required key or shift, and the system returns the transformed text.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/ Class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64592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User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005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Encryption Tool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228600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Validator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9601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CaesarCipher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224028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VigenereCipher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0848" y="160020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Result Display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0" y="1965960"/>
            <a:ext cx="640080" cy="-64008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57800" y="1325880"/>
            <a:ext cx="868680" cy="-4572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2606040"/>
            <a:ext cx="868680" cy="-4572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1280160"/>
            <a:ext cx="868680" cy="64008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92440" y="2560320"/>
            <a:ext cx="868680" cy="-640080"/>
          </a:xfrm>
          <a:prstGeom prst="line">
            <a:avLst/>
          </a:prstGeom>
          <a:noFill/>
          <a:ln w="12700">
            <a:solidFill>
              <a:srgbClr val="7A8CA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" y="4069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</a:rPr>
              <a:t>The UI forwards the request to the engine, which sends it to the selected cipher and then returns the output.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Gantt Chart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Task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914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Week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Week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914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Week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914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Week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307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23444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23444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23444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23444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8416" y="1261872"/>
            <a:ext cx="1252728" cy="29260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173736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73736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73736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73736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173736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1764792"/>
            <a:ext cx="2578608" cy="292608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23134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224028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24028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24028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224028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224028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0176" y="2267712"/>
            <a:ext cx="2578608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2816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Testing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274320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74320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74320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274320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274320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06056" y="2770632"/>
            <a:ext cx="1252728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3319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91840" y="324612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324612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324612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9480" y="324612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0" y="3246120"/>
            <a:ext cx="12984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31936" y="3273552"/>
            <a:ext cx="1252728" cy="292608"/>
          </a:xfrm>
          <a:prstGeom prst="roundRect">
            <a:avLst/>
          </a:prstGeom>
          <a:solidFill>
            <a:srgbClr val="DCE7F5"/>
          </a:solidFill>
          <a:ln w="12700">
            <a:solidFill>
              <a:srgbClr val="DCE7F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Caesar Cipher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143000"/>
            <a:ext cx="343814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Example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Plaintext: HELLO WORLD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Shift: 3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Encryption rule: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Each letter moves 3 positions forward.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2834640" cy="4480560"/>
          </a:xfrm>
          <a:prstGeom prst="roundRect">
            <a:avLst>
              <a:gd name="adj" fmla="val 3871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1143000"/>
            <a:ext cx="2615184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Plaintext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HELLO WORLD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Ciphertext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KHOOR ZRUOG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26680" y="105156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12700">
            <a:solidFill>
              <a:srgbClr val="FBD8A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36408" y="1143000"/>
            <a:ext cx="3621024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Why it works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H→K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E→H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L→O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L→O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O→R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For decryption, the shift is applied backward by 3.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Vigenère Cipher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3794760" cy="4526280"/>
          </a:xfrm>
          <a:prstGeom prst="roundRect">
            <a:avLst>
              <a:gd name="adj" fmla="val 2892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143000"/>
            <a:ext cx="3575304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Example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Plaintext: ATTACKATDAWN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Key: LEMON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The key repeats to match the plaintext length.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This makes the cipher stronger than a simple Caesar shift.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E6FFFB"/>
          </a:solidFill>
          <a:ln w="12700">
            <a:solidFill>
              <a:srgbClr val="BFF3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1143000"/>
            <a:ext cx="61813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Repeated key: LEMONLEMONLE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</a:rPr>
              <a:t>Plaintext:     ATTACKATDAWN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17720" y="3127248"/>
            <a:ext cx="6400800" cy="2450592"/>
          </a:xfrm>
          <a:prstGeom prst="roundRect">
            <a:avLst>
              <a:gd name="adj" fmla="val 4478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3218688"/>
            <a:ext cx="618134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Result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Ciphertext: LXFOPVEFRNHR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This example is a standard Vigenère result and is useful for classroom demonstration.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Test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55448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075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27432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3075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Cipher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18288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0759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/ Shift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201168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3075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1188720"/>
            <a:ext cx="278892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30759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Result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1847088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HELLO WORLD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2194560" y="169164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847088"/>
            <a:ext cx="2670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Caesar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4937760" y="169164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84708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3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766560" y="16916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84708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KHOOR ZRUOG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778240" y="1691640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1847088"/>
            <a:ext cx="2715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Pass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40080" y="2258568"/>
            <a:ext cx="1554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2414016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KHOOR ZRUOG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2194560" y="2258568"/>
            <a:ext cx="2743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2414016"/>
            <a:ext cx="2670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Caesar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4937760" y="2258568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414016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3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6766560" y="2258568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2414016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HELLO WORLD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8778240" y="2258568"/>
            <a:ext cx="2788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14816" y="2414016"/>
            <a:ext cx="2715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Pass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40080" y="2825496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298094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ATTACKATDAWN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2194560" y="282549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1136" y="2980944"/>
            <a:ext cx="2670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Vigenère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4937760" y="282549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2980944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LEMON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766560" y="282549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2980944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LXFOPVEFRNHR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8778240" y="2825496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14816" y="2980944"/>
            <a:ext cx="2715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Pass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640080" y="3392424"/>
            <a:ext cx="1554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" y="3547872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LXFOPVEFRNHR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2194560" y="3392424"/>
            <a:ext cx="2743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31136" y="3547872"/>
            <a:ext cx="2670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Vigenère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4937760" y="3392424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3547872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LEMON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6766560" y="3392424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3547872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ATTACKATDAWN</a:t>
            </a:r>
            <a:endParaRPr lang="en-US" sz="1130" dirty="0"/>
          </a:p>
        </p:txBody>
      </p:sp>
      <p:sp>
        <p:nvSpPr>
          <p:cNvPr id="54" name="Shape 52"/>
          <p:cNvSpPr/>
          <p:nvPr/>
        </p:nvSpPr>
        <p:spPr>
          <a:xfrm>
            <a:off x="8778240" y="3392424"/>
            <a:ext cx="2788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14816" y="3547872"/>
            <a:ext cx="2715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</a:rPr>
              <a:t>Pass</a:t>
            </a:r>
            <a:endParaRPr lang="en-US" sz="1130" dirty="0"/>
          </a:p>
        </p:txBody>
      </p:sp>
      <p:sp>
        <p:nvSpPr>
          <p:cNvPr id="56" name="Text 54"/>
          <p:cNvSpPr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Expected output is checked against the program output for both encryption and decryption.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0" y="1463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CSE 50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Slide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5577840" cy="438912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188720"/>
            <a:ext cx="535838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Conclusion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This project demonstrates how two classical encryption methods work and gives the user a simple choice between Caesar Cipher and Vigenère Cipher. It is suitable for a final project because it is small, clear, and easy to explain.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097280"/>
            <a:ext cx="5257800" cy="438912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C7F0D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4808" y="1188720"/>
            <a:ext cx="503834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Future Scope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Add a graphical interface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Support file encryption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Use stronger modern algorithms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Add password-based key handling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• Save results to a text file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Encryption &amp; Decryption Tool (Python)</dc:title>
  <dc:subject>Encryption and Decryption Tool Final Project</dc:subject>
  <dc:creator>OpenAI</dc:creator>
  <cp:lastModifiedBy>OpenAI</cp:lastModifiedBy>
  <cp:revision>1</cp:revision>
  <dcterms:created xsi:type="dcterms:W3CDTF">2026-04-15T04:20:06Z</dcterms:created>
  <dcterms:modified xsi:type="dcterms:W3CDTF">2026-04-15T04:20:06Z</dcterms:modified>
</cp:coreProperties>
</file>